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docProps/core.xml" ContentType="application/vnd.openxmlformats-package.core-properties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5"/>
  </p:notes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 /><Relationship Id="rId7" Type="http://schemas.openxmlformats.org/officeDocument/2006/relationships/tableStyles" Target="tableStyles.xml" /><Relationship Id="rId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1430696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5387106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96521697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3712190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7800123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88394879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320744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740063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4348623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7945492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76850528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4377406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069810866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0367697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1876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25355106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9047917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0436056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5355377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64595629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276407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5373884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1860149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727942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6307012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62834351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0413786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43596415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90591651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11006399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271225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8546422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704074335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85802817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01568089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02410342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4851629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659210127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6612550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58020199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63263221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2972454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158426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40745865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43318801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1656575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58113266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506739697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450216967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4402266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0612625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7547046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9616080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78965686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46901819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293593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0187357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57424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04005662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58302029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70385098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27768888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97132588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43818487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66420510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90547241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17785010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2834291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8720429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917608833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976070519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28173409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4896779" name="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 flipH="0" flipV="0">
            <a:off x="-20941" y="0"/>
            <a:ext cx="4132757" cy="2722854"/>
          </a:xfrm>
          <a:prstGeom prst="rect">
            <a:avLst/>
          </a:prstGeom>
        </p:spPr>
      </p:pic>
      <p:pic>
        <p:nvPicPr>
          <p:cNvPr id="1273354428" name=""/>
          <p:cNvPicPr>
            <a:picLocks noChangeAspect="1"/>
          </p:cNvPicPr>
          <p:nvPr/>
        </p:nvPicPr>
        <p:blipFill rotWithShape="1">
          <a:blip r:embed="rId4"/>
          <a:stretch/>
        </p:blipFill>
        <p:spPr bwMode="auto">
          <a:xfrm flipH="0" flipV="0">
            <a:off x="4051132" y="0"/>
            <a:ext cx="4089735" cy="2699940"/>
          </a:xfrm>
          <a:prstGeom prst="rect">
            <a:avLst/>
          </a:prstGeom>
        </p:spPr>
      </p:pic>
      <p:pic>
        <p:nvPicPr>
          <p:cNvPr id="947009735" name=""/>
          <p:cNvPicPr>
            <a:picLocks noChangeAspect="1"/>
          </p:cNvPicPr>
          <p:nvPr/>
        </p:nvPicPr>
        <p:blipFill rotWithShape="1">
          <a:blip r:embed="rId5"/>
          <a:stretch/>
        </p:blipFill>
        <p:spPr bwMode="auto">
          <a:xfrm flipH="0" flipV="0">
            <a:off x="8102289" y="0"/>
            <a:ext cx="4044100" cy="2676786"/>
          </a:xfrm>
          <a:prstGeom prst="rect">
            <a:avLst/>
          </a:prstGeom>
        </p:spPr>
      </p:pic>
      <p:pic>
        <p:nvPicPr>
          <p:cNvPr id="1061314457" name=""/>
          <p:cNvPicPr>
            <a:picLocks noChangeAspect="1"/>
          </p:cNvPicPr>
          <p:nvPr/>
        </p:nvPicPr>
        <p:blipFill rotWithShape="1">
          <a:blip r:embed="rId6"/>
          <a:stretch/>
        </p:blipFill>
        <p:spPr bwMode="auto">
          <a:xfrm flipH="0" flipV="0">
            <a:off x="-20941" y="2722854"/>
            <a:ext cx="6258336" cy="4123344"/>
          </a:xfrm>
          <a:prstGeom prst="rect">
            <a:avLst/>
          </a:prstGeom>
        </p:spPr>
      </p:pic>
      <p:pic>
        <p:nvPicPr>
          <p:cNvPr id="963823996" name=""/>
          <p:cNvPicPr>
            <a:picLocks noChangeAspect="1"/>
          </p:cNvPicPr>
          <p:nvPr/>
        </p:nvPicPr>
        <p:blipFill rotWithShape="1">
          <a:blip r:embed="rId7"/>
          <a:stretch/>
        </p:blipFill>
        <p:spPr bwMode="auto">
          <a:xfrm flipH="0" flipV="0">
            <a:off x="6237394" y="2676786"/>
            <a:ext cx="6138516" cy="4054934"/>
          </a:xfrm>
          <a:prstGeom prst="rect">
            <a:avLst/>
          </a:prstGeom>
        </p:spPr>
      </p:pic>
      <p:sp>
        <p:nvSpPr>
          <p:cNvPr id="1377033128" name=""/>
          <p:cNvSpPr txBox="1"/>
          <p:nvPr/>
        </p:nvSpPr>
        <p:spPr bwMode="auto">
          <a:xfrm rot="0" flipH="0" flipV="0">
            <a:off x="2617894" y="2013137"/>
            <a:ext cx="8172167" cy="15548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9600">
                <a:latin typeface="Arial Black"/>
                <a:ea typeface="Arial Black"/>
                <a:cs typeface="Arial Black"/>
              </a:rPr>
              <a:t>User</a:t>
            </a:r>
            <a:r>
              <a:rPr lang="zh-CN" sz="9600">
                <a:latin typeface="Arial Black"/>
                <a:ea typeface="Arial Black"/>
                <a:cs typeface="Arial Black"/>
              </a:rPr>
              <a:t> </a:t>
            </a:r>
            <a:r>
              <a:rPr lang="en-US" sz="9600">
                <a:latin typeface="Arial Black"/>
                <a:ea typeface="Arial Black"/>
                <a:cs typeface="Arial Black"/>
              </a:rPr>
              <a:t>Mgmt</a:t>
            </a:r>
            <a:endParaRPr sz="9600">
              <a:latin typeface="Arial Black"/>
              <a:cs typeface="Arial Black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ONLYOFFICE/9.3.1.8</Application>
  <PresentationFormat>On-screen Show (4:3)</PresentationFormat>
  <Paragraphs>0</Paragraphs>
  <Slides>1</Slides>
  <Notes>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Theme 1</vt:lpstr>
      <vt:lpstr>Slide 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</cp:revision>
  <dcterms:modified xsi:type="dcterms:W3CDTF">2026-03-15T01:47:47Z</dcterms:modified>
</cp:coreProperties>
</file>